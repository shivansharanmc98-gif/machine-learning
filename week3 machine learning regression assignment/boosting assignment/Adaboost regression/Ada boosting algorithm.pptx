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02-Dec-25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02-Dec-25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02-Dec-25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02-Dec-25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02-Dec-25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7A376-5787-1AF2-814A-6EA54F29C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989" y="802298"/>
            <a:ext cx="9394864" cy="2541431"/>
          </a:xfrm>
        </p:spPr>
        <p:txBody>
          <a:bodyPr>
            <a:normAutofit/>
          </a:bodyPr>
          <a:lstStyle/>
          <a:p>
            <a:r>
              <a:rPr lang="en-US" sz="4800" dirty="0"/>
              <a:t>Ada boosting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32E81-E1D1-4673-BD2A-B2A7F5D0B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989" y="3514272"/>
            <a:ext cx="9523826" cy="1353150"/>
          </a:xfrm>
        </p:spPr>
        <p:txBody>
          <a:bodyPr/>
          <a:lstStyle/>
          <a:p>
            <a:r>
              <a:rPr lang="en-US" dirty="0"/>
              <a:t>By sharan</a:t>
            </a:r>
          </a:p>
        </p:txBody>
      </p:sp>
    </p:spTree>
    <p:extLst>
      <p:ext uri="{BB962C8B-B14F-4D97-AF65-F5344CB8AC3E}">
        <p14:creationId xmlns:p14="http://schemas.microsoft.com/office/powerpoint/2010/main" val="794193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4DE1-45D4-B1C3-16FB-91BC2CF0F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77106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AdaBoost: The Foundation of Boosting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47E5A4-00BF-729C-16A9-C7BC1514A2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11235" y="2254933"/>
            <a:ext cx="926461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AdaBoost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(Adaptive Boosting) is the first successful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sequential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learning algorithm, introduced by Freund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Schapire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convert a set of many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learners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(classifiers that are slightly better than random,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e.g., Decision Stumps) into a single, highly accurate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learner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Principle: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Iterative Correction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Each new weak learner is trained specifically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fix the errors made by the previous ones.</a:t>
            </a:r>
          </a:p>
        </p:txBody>
      </p:sp>
    </p:spTree>
    <p:extLst>
      <p:ext uri="{BB962C8B-B14F-4D97-AF65-F5344CB8AC3E}">
        <p14:creationId xmlns:p14="http://schemas.microsoft.com/office/powerpoint/2010/main" val="389314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4100-0C98-6282-D95D-4C4A9A6C2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Visula</a:t>
            </a:r>
            <a:r>
              <a:rPr lang="en-US" dirty="0"/>
              <a:t> aid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CA5759-D5E0-E399-161E-3C0E7B28E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3718" y="2180492"/>
            <a:ext cx="8074854" cy="360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32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0C2B-B0C6-569B-DADA-596CBC80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 Working Mechanism (Weights)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1E6E7F-DAF7-FB10-1464-4D3FCBA4CD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3723" y="2471461"/>
            <a:ext cx="10926367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Sample Weights: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key mechanism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management of sample weights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Initialization: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All training samples start with equal weight (1/N).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Iteration: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After training a weak classifier (h</a:t>
            </a:r>
            <a:r>
              <a:rPr lang="en-US" altLang="en-US" sz="800" dirty="0">
                <a:latin typeface="Google Sans Text"/>
              </a:rPr>
              <a:t>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the algorithm checks the results: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Misclassified Samples: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weights of these samples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increased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Correctly Classified Samples: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weights of these samples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decreased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Next Model 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next weak classifier focuses its training disproportionately on the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higher-weighted (previously misclassified) samples.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Weak Classifier Weight (alpha):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weak classifier itself is assigned a weight based on its accuracy.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More accurate classifiers get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higher weight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 the final voting ensemble.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04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F3A7-07B3-913D-F50C-6BF082E35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8174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BEA381-A1D7-D4A4-1ADE-B966C8435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926" y="534572"/>
            <a:ext cx="10564837" cy="569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4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A99A-F98C-65F1-7A5B-5E35B87C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Pros &amp; Cons: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F800-C97E-1044-F3F5-340A145FA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Pros:</a:t>
            </a:r>
            <a:r>
              <a:rPr lang="en-US" sz="2400" dirty="0"/>
              <a:t> Simple, fast, often very effective.</a:t>
            </a:r>
          </a:p>
          <a:p>
            <a:r>
              <a:rPr lang="en-US" sz="2400" b="1" dirty="0"/>
              <a:t>Cons:</a:t>
            </a:r>
            <a:r>
              <a:rPr lang="en-US" sz="2400" dirty="0"/>
              <a:t> Highly sensitive to </a:t>
            </a:r>
            <a:r>
              <a:rPr lang="en-US" sz="2400" b="1" dirty="0"/>
              <a:t>noisy data and outliers</a:t>
            </a:r>
            <a:r>
              <a:rPr lang="en-US" sz="2400" dirty="0"/>
              <a:t> (as it aggressively focuses on these hard-to-classify points).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95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B7E8B-736C-C373-AFDF-95E8E5C90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49D11-F4F7-1677-CFF3-2F7B0011E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Vulnerability to Noise: </a:t>
            </a:r>
            <a:r>
              <a:rPr lang="en-US" dirty="0"/>
              <a:t>Because AdaBoost repeatedly focuses on misclassified samples by increasing their weights, outliers or </a:t>
            </a:r>
            <a:r>
              <a:rPr lang="en-US" dirty="0" err="1"/>
              <a:t>mislabelled</a:t>
            </a:r>
            <a:r>
              <a:rPr lang="en-US" dirty="0"/>
              <a:t> data can consume significant resources, leading to overfitting and poor generalization.</a:t>
            </a:r>
          </a:p>
          <a:p>
            <a:pPr marL="0" indent="0">
              <a:buNone/>
            </a:pPr>
            <a:r>
              <a:rPr lang="en-US" b="1" dirty="0"/>
              <a:t>No Parallelism: </a:t>
            </a:r>
            <a:r>
              <a:rPr lang="en-US" dirty="0"/>
              <a:t>The sequential nature of the algorithm makes it inherently non-parallelizable in its core training loop.</a:t>
            </a:r>
          </a:p>
          <a:p>
            <a:pPr marL="0" indent="0">
              <a:buNone/>
            </a:pPr>
            <a:r>
              <a:rPr lang="en-US" b="1" dirty="0"/>
              <a:t>Model Type: </a:t>
            </a:r>
            <a:r>
              <a:rPr lang="en-US" dirty="0"/>
              <a:t>Primarily designed for classification (specifically binary), though extensions for regression exist</a:t>
            </a:r>
          </a:p>
        </p:txBody>
      </p:sp>
    </p:spTree>
    <p:extLst>
      <p:ext uri="{BB962C8B-B14F-4D97-AF65-F5344CB8AC3E}">
        <p14:creationId xmlns:p14="http://schemas.microsoft.com/office/powerpoint/2010/main" val="355807237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{4F1EE850-1E68-45E2-BC92-4CC3804E8056}TFc986dd65-aaf0-4d5c-bef9-9c391ee05f7b738e0fce-4a319d133af4</Template>
  <TotalTime>23</TotalTime>
  <Words>325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Google Sans Text</vt:lpstr>
      <vt:lpstr>Gallery</vt:lpstr>
      <vt:lpstr>Ada boosting algorithm</vt:lpstr>
      <vt:lpstr>AdaBoost: The Foundation of Boosting</vt:lpstr>
      <vt:lpstr>Visula aid</vt:lpstr>
      <vt:lpstr>AdaBoost Working Mechanism (Weights)</vt:lpstr>
      <vt:lpstr>PowerPoint Presentation</vt:lpstr>
      <vt:lpstr>Pros &amp; Cons: </vt:lpstr>
      <vt:lpstr>conclution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sharan</dc:creator>
  <cp:lastModifiedBy>shiva sharan</cp:lastModifiedBy>
  <cp:revision>1</cp:revision>
  <dcterms:created xsi:type="dcterms:W3CDTF">2025-12-02T04:57:31Z</dcterms:created>
  <dcterms:modified xsi:type="dcterms:W3CDTF">2025-12-02T05:20:50Z</dcterms:modified>
</cp:coreProperties>
</file>
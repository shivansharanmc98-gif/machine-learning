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95AB-4E65-F04D-E867-E4DD8457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4A33D-13F3-4CA3-3A3C-1ADB59A81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B4AB3-D70A-45C8-F1D6-718C621B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28F8-3CE3-7739-BC2B-5BE78364D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7E1CB-A343-A104-E964-2C48BEC0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74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B02C8-368B-2777-198A-AC6772575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6C661-D837-5924-C771-49807CA58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D686C-E4B1-C7BF-178D-7CB44B77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D6632-C92B-5367-D078-FCEE45F0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42256-9C38-73A2-EECB-28A2D28C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35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C25B-0907-A08F-1B0E-0D4E0FDF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DF9FE-9017-0510-0F78-78B75A5D6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CDFD4-D7E3-DF6A-5851-1A4BBED8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2B7B5-EB09-1596-72D6-70C6AC3D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930D5-2B69-98DC-C03D-43525E2D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7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BEBD-5123-D83A-E52F-B028F496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D3A44-7FF5-D1F4-C1B4-398960A7F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1F964-9DD9-8B6E-78A5-CFED84452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E0EC1-BE00-D346-4E35-214D6D73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A46B2-CE62-9F32-247E-23D1CA48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41139-8508-424C-D015-F75AF1A91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8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6449-3F7B-BDAD-E0CC-A162ADEC1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2C0F4-2E7C-97A8-A160-E7F53F2BF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45793-66B0-04E9-C56B-F4DECB135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F0DF4-7574-644F-F958-A41D255D9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BC09D-02D9-3AE7-3840-037705434F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6ADB9D-D9EA-8DC1-E9BB-F9AC5B82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AE2143-75F0-F772-51DB-4D3CA14E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5B659-19CD-1466-A01F-975EEC0A5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17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28E1-4E71-5BDE-6E87-BEFFA98E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769313-E4C8-7C7F-3293-A50D7F4D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5F052-5404-7224-CE5D-1579DC12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CCBB0-A77C-696D-09D6-DBF95ECA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3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E199E-4ACC-F9D6-15F1-10462D85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34174-E8FA-2D46-063E-2EB727EE7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44ACE-2CBC-6DF3-845D-1F7691E6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11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60A2-49AB-20AE-27F7-5DA75809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035D0-8B65-6C9B-CA1A-8E182E035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73C7F-0BCE-AE80-737D-FF4ACB601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9AE3B-FA7D-20A2-25EE-1729C743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DC067-7326-7383-15D9-F7D3B81A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E0BF3-FDB6-2450-53BF-4181AC32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83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5F62B-50E9-FF04-6799-E8A0FD680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C9857-9462-A82C-A7EA-9E64B49F2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B2000-71C4-C7BF-BBAF-4ECD38DBC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E96DB-92EC-2678-D3F0-49B2B4AC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BCD48-AA01-A993-7072-6E561293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1B43F-FAE0-B7D1-7341-C39090965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3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6CB67-FEC5-724B-30C2-BF37C4E1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67E93-F8C9-DE31-C54C-6D6AABEB8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F6EA-9888-4FE9-A692-4DF00652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890C2-BCD7-A82B-9E3C-6B0BDF524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89DD7-9E09-2746-D26B-5208DBA9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6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1154C-4BC6-7EED-23F4-CF9527C99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B9991-53A3-242E-7FD2-9368E74C6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AE303-ABFF-50F0-0513-C4027FD7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026C1-D1AF-372E-22A0-F703C595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AC0A-C244-0450-8B17-1363A737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2D916-9ACA-98B3-2D5E-6AECEAAA5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548E4-2843-C044-004F-CDDB7D316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72A7F-39E8-B79C-CA94-B1EE7692E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759B6-5B8B-446E-BFBE-A4221F5B683A}" type="datetimeFigureOut">
              <a:rPr lang="en-US" smtClean="0"/>
              <a:t>02-Dec-25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516EF-6DBB-EF42-9BB4-16308E1F2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B6DD1-B6EB-C488-717C-3F2A17443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08A78-4210-4EDA-A1BA-F43586EE7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6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41E2-D1D0-3F64-A919-14493ACD08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LightGBM</a:t>
            </a:r>
            <a:r>
              <a:rPr lang="en-US" dirty="0"/>
              <a:t> (Light Gradient Boosting)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04EB3-BEC1-E821-B789-31B281B62B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                           -by sharan</a:t>
            </a:r>
          </a:p>
        </p:txBody>
      </p:sp>
    </p:spTree>
    <p:extLst>
      <p:ext uri="{BB962C8B-B14F-4D97-AF65-F5344CB8AC3E}">
        <p14:creationId xmlns:p14="http://schemas.microsoft.com/office/powerpoint/2010/main" val="1699555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8E28A0-47C3-9AF0-01D6-073339943FEF}"/>
              </a:ext>
            </a:extLst>
          </p:cNvPr>
          <p:cNvSpPr txBox="1"/>
          <p:nvPr/>
        </p:nvSpPr>
        <p:spPr>
          <a:xfrm>
            <a:off x="998805" y="731521"/>
            <a:ext cx="993179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(Light Gradient Boosting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(Light Gradient Boosting Machine) is a distributed and high-performance GBDT framework developed by Microsoft.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Focus: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memory consumption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for handling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datasets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Core Innovations: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its speed through two novel techniques: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GOSS (Gradient-based One-Side Sampling)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EFB (Exclusive Feature Bundling)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056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4DE0A4-200E-86D1-D934-2FC5994C8A2E}"/>
              </a:ext>
            </a:extLst>
          </p:cNvPr>
          <p:cNvSpPr txBox="1"/>
          <p:nvPr/>
        </p:nvSpPr>
        <p:spPr>
          <a:xfrm>
            <a:off x="576775" y="1012874"/>
            <a:ext cx="1063517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LIGHTGBM TREE GROWTH AND SPEED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Leaf-wise (Best-Fit) Tree Growth: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the level-wise approach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grows the tree leaf-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wise.It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always chooses the leaf that yields the maximum reduction in loss to split next.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often achieve lower error faster than level-wise growth.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 Can lead to very deep, asymmetric trees and potentially overfitting on smaller datasets. (Controlled by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Histogram-Based Algorithm: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speed-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up.Instead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scanning all possible split points for a continuous feature (pre-sorted algorithm used by others), it bins continuous values into discrete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bins.Splitting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done on these discrete bins. This drastically reduces the number of comparisons and significantly lowers the memory footprint</a:t>
            </a:r>
          </a:p>
        </p:txBody>
      </p:sp>
    </p:spTree>
    <p:extLst>
      <p:ext uri="{BB962C8B-B14F-4D97-AF65-F5344CB8AC3E}">
        <p14:creationId xmlns:p14="http://schemas.microsoft.com/office/powerpoint/2010/main" val="1611422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66A046-FD25-A4FB-347D-6005F406D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61824"/>
            <a:ext cx="8890782" cy="531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3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692A40-B467-308F-0063-76A72683C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24" y="98474"/>
            <a:ext cx="11662117" cy="654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8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163B79-B7B3-8B87-9EAD-61D4FC4DD520}"/>
              </a:ext>
            </a:extLst>
          </p:cNvPr>
          <p:cNvSpPr txBox="1"/>
          <p:nvPr/>
        </p:nvSpPr>
        <p:spPr>
          <a:xfrm>
            <a:off x="844062" y="745588"/>
            <a:ext cx="1022721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and Use Cases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Champion: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typically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times faster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the top choice for massive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Efficiency: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histogram-based approach and EFB dramatically reduce memory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where training time is a constraint.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involving massive numbers of features (due to EFB).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Scenarios where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 prediction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required.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caution 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its leaf-wise growth may easily lead to overfitting.</a:t>
            </a:r>
          </a:p>
        </p:txBody>
      </p:sp>
    </p:spTree>
    <p:extLst>
      <p:ext uri="{BB962C8B-B14F-4D97-AF65-F5344CB8AC3E}">
        <p14:creationId xmlns:p14="http://schemas.microsoft.com/office/powerpoint/2010/main" val="312406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286E4A-9C4A-F3FC-D289-028E97275C06}"/>
              </a:ext>
            </a:extLst>
          </p:cNvPr>
          <p:cNvSpPr txBox="1"/>
          <p:nvPr/>
        </p:nvSpPr>
        <p:spPr>
          <a:xfrm>
            <a:off x="534571" y="717452"/>
            <a:ext cx="1093059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CONCLUTION</a:t>
            </a:r>
          </a:p>
          <a:p>
            <a:pPr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high-performance, distributed GBDT framework that revolutionized the field by prioritizing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speed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all else. Developed by Microsoft, it addresses the computational bottlenecks of traditional boosting algorithms, making machine learning feasible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large, high-dimensional datasets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Strengths &amp; Innovations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Blazing Fast Training: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through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Histogram-based Algorithm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(binning continuous features)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GOSS (Gradient-based One-Side Sampling)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intelligently samples hard-to-learn examples.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Resource Footprint: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histogram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EFB (Exclusive Feature Bundling)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dramatically reduce memory usage and communication costs, making it ideal for memory-constrained environments.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Scaling: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Leaf-wise Tree Growth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strategy (best-fit) often leads to faster loss reduction and higher accuracy compared to level-wise growth, especially on big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Categorical Support: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the preprocessing pipeline and enhances performance for datasets with numerous categorical features.</a:t>
            </a:r>
          </a:p>
        </p:txBody>
      </p:sp>
    </p:spTree>
    <p:extLst>
      <p:ext uri="{BB962C8B-B14F-4D97-AF65-F5344CB8AC3E}">
        <p14:creationId xmlns:p14="http://schemas.microsoft.com/office/powerpoint/2010/main" val="4196680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LightGBM (Light Gradient Boosting)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sharan</dc:creator>
  <cp:lastModifiedBy>shiva sharan</cp:lastModifiedBy>
  <cp:revision>1</cp:revision>
  <dcterms:created xsi:type="dcterms:W3CDTF">2025-12-02T05:53:24Z</dcterms:created>
  <dcterms:modified xsi:type="dcterms:W3CDTF">2025-12-02T05:53:45Z</dcterms:modified>
</cp:coreProperties>
</file>